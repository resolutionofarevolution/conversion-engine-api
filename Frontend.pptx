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666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32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16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33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70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40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47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49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29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90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FF984-230C-44D8-8022-E6970CF0D9E7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6C0D6-BE12-4E15-A5B9-36F6244101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2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93" y="324740"/>
            <a:ext cx="5521490" cy="28702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208" y="324740"/>
            <a:ext cx="5112762" cy="29987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93" y="3670285"/>
            <a:ext cx="5163447" cy="24106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724" y="3516461"/>
            <a:ext cx="4511246" cy="279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6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RJ's</dc:creator>
  <cp:lastModifiedBy>Microsoft account</cp:lastModifiedBy>
  <cp:revision>2</cp:revision>
  <dcterms:created xsi:type="dcterms:W3CDTF">2026-02-27T04:52:29Z</dcterms:created>
  <dcterms:modified xsi:type="dcterms:W3CDTF">2026-03-03T14:03:35Z</dcterms:modified>
</cp:coreProperties>
</file>