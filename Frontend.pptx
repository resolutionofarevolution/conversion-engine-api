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3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FF984-230C-44D8-8022-E6970CF0D9E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6C0D6-BE12-4E15-A5B9-36F6244101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0666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FF984-230C-44D8-8022-E6970CF0D9E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6C0D6-BE12-4E15-A5B9-36F6244101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3329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FF984-230C-44D8-8022-E6970CF0D9E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6C0D6-BE12-4E15-A5B9-36F6244101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5169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FF984-230C-44D8-8022-E6970CF0D9E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6C0D6-BE12-4E15-A5B9-36F6244101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4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FF984-230C-44D8-8022-E6970CF0D9E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6C0D6-BE12-4E15-A5B9-36F6244101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5337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FF984-230C-44D8-8022-E6970CF0D9E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6C0D6-BE12-4E15-A5B9-36F6244101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2706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FF984-230C-44D8-8022-E6970CF0D9E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6C0D6-BE12-4E15-A5B9-36F6244101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7404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FF984-230C-44D8-8022-E6970CF0D9E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6C0D6-BE12-4E15-A5B9-36F6244101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9473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FF984-230C-44D8-8022-E6970CF0D9E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6C0D6-BE12-4E15-A5B9-36F6244101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5495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FF984-230C-44D8-8022-E6970CF0D9E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6C0D6-BE12-4E15-A5B9-36F6244101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22921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FF984-230C-44D8-8022-E6970CF0D9E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6C0D6-BE12-4E15-A5B9-36F6244101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909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FF984-230C-44D8-8022-E6970CF0D9E7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46C0D6-BE12-4E15-A5B9-36F6244101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4429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93" y="324740"/>
            <a:ext cx="5521490" cy="28702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208" y="324740"/>
            <a:ext cx="5112762" cy="29987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893" y="3670285"/>
            <a:ext cx="5163447" cy="241065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5724" y="3516461"/>
            <a:ext cx="4511246" cy="279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962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RJ's</dc:creator>
  <cp:lastModifiedBy>RJ's</cp:lastModifiedBy>
  <cp:revision>2</cp:revision>
  <dcterms:created xsi:type="dcterms:W3CDTF">2026-02-27T04:52:29Z</dcterms:created>
  <dcterms:modified xsi:type="dcterms:W3CDTF">2026-02-27T06:12:46Z</dcterms:modified>
</cp:coreProperties>
</file>